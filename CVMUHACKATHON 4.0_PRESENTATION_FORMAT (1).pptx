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Franklin Gothic" panose="020B0604020202020204" charset="0"/>
      <p:regular r:id="rId7"/>
    </p:embeddedFont>
    <p:embeddedFont>
      <p:font typeface="Libre Franklin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0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2" y="0"/>
            <a:ext cx="12192001" cy="169641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04800" dist="114300" dir="5460000" sx="92000" sy="92000" algn="t" rotWithShape="0">
              <a:srgbClr val="000000">
                <a:alpha val="1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58952" y="2281552"/>
            <a:ext cx="7028196" cy="3916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/>
              <a:buNone/>
            </a:pPr>
            <a:r>
              <a:rPr lang="en-US" sz="19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PS Code: 301</a:t>
            </a:r>
            <a:endParaRPr sz="19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/>
              <a:buChar char="•"/>
            </a:pPr>
            <a:r>
              <a:rPr lang="en-US" sz="19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</a:t>
            </a:r>
            <a:br>
              <a:rPr lang="en-US" sz="19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9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 Statement Title: Expense Tracker</a:t>
            </a:r>
            <a:endParaRPr sz="19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/>
              <a:buChar char="•"/>
            </a:pPr>
            <a:br>
              <a:rPr lang="en-US" sz="19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9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Team Name: Abhyuday</a:t>
            </a:r>
            <a:endParaRPr sz="19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/>
              <a:buChar char="•"/>
            </a:pPr>
            <a:br>
              <a:rPr lang="en-US" sz="19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9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Team Leader Name: Dev Patel</a:t>
            </a:r>
            <a:endParaRPr sz="19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/>
              <a:buChar char="•"/>
            </a:pPr>
            <a:br>
              <a:rPr lang="en-US" sz="19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9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Institute Name: G H Patel College of Engineering &amp; Technology</a:t>
            </a:r>
            <a:endParaRPr sz="19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/>
              <a:buNone/>
            </a:pPr>
            <a:endParaRPr sz="19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/>
              <a:buNone/>
            </a:pPr>
            <a:r>
              <a:rPr lang="en-US" sz="19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Category Number and Name: Category-3: Emerging Technology</a:t>
            </a:r>
            <a:endParaRPr sz="19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87" name="Google Shape;87;p1" descr="A logo with orange lines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45249" y="2080609"/>
            <a:ext cx="3570312" cy="1442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 descr="A blue and yellow logo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492650" y="3866225"/>
            <a:ext cx="2290324" cy="118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A logo for a university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50" y="25939"/>
            <a:ext cx="1787724" cy="161808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769085" y="312173"/>
            <a:ext cx="8425949" cy="118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 sz="4000" b="1"/>
              <a:t>Basic Details of the Team and Problem Statement</a:t>
            </a:r>
            <a:endParaRPr sz="4000"/>
          </a:p>
        </p:txBody>
      </p:sp>
      <p:pic>
        <p:nvPicPr>
          <p:cNvPr id="92" name="Google Shape;92;p1" descr="A logo with people in the shape of a light bulb&#10;&#10;Description automatically generated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0195025" y="5233100"/>
            <a:ext cx="1504400" cy="1452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0" descr="Hackathon Logo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6440" y="45085"/>
            <a:ext cx="2286000" cy="15659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241424" y="1814773"/>
            <a:ext cx="6877131" cy="446803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Expense Tracker is a web-based application designed to help users track daily expenses, manage budgets, and analyze spending patterns through interactive data visualization. 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goal is to improve financial awareness and promote smarter money management.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application allows users to: 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Add, edit, and delete income and expense records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Categorize expenses (Food, Travel, Rent, etc.)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Set monthly and category-wise budgets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Monitor remaining balance in real time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View visual reports using pie charts, bar graphs, and trend analysis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includes a personalized dashboard with secure user authentication and provides insights into spending behavior.</a:t>
            </a:r>
          </a:p>
        </p:txBody>
      </p:sp>
      <p:sp>
        <p:nvSpPr>
          <p:cNvPr id="99" name="Google Shape;99;p2"/>
          <p:cNvSpPr txBox="1">
            <a:spLocks noGrp="1"/>
          </p:cNvSpPr>
          <p:nvPr>
            <p:ph type="sldNum" idx="12"/>
          </p:nvPr>
        </p:nvSpPr>
        <p:spPr>
          <a:xfrm>
            <a:off x="971550" y="6482348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sp>
        <p:nvSpPr>
          <p:cNvPr id="100" name="Google Shape;100;p2"/>
          <p:cNvSpPr txBox="1"/>
          <p:nvPr/>
        </p:nvSpPr>
        <p:spPr>
          <a:xfrm>
            <a:off x="7378575" y="2180114"/>
            <a:ext cx="468913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Add process flow chart or simulated image of prototype or any relevant image related to your idea</a:t>
            </a:r>
            <a:endParaRPr sz="2000" b="0" i="0" u="none" strike="noStrike" cap="none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7339248" y="3270065"/>
            <a:ext cx="4728466" cy="327711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Describe your Technology stack here:</a:t>
            </a:r>
            <a:endParaRPr sz="2000" b="0" i="0" u="none" strike="noStrike" cap="none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Frontend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: React.js with Chart.js/Recharts for interactive dashboards.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Backend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: Node.js with Express.js for API handling, budget alerts, and reports.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Database &amp; Auth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: Firebase </a:t>
            </a:r>
            <a:r>
              <a:rPr lang="en-US" sz="2000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Firestore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 for data storage and Firebase Authentication for secure login.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Deployment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: Firebase Hosting for frontend, backend on Heroku or any cloud server.</a:t>
            </a:r>
            <a:endParaRPr sz="20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Franklin Gothic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endParaRPr sz="1600" b="0" i="0" u="none" strike="noStrike" cap="none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02" name="Google Shape;102;p2" descr="A logo for a university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-42825"/>
            <a:ext cx="1647900" cy="148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 descr="A logo with people in the shape of a light bulb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094975" y="178425"/>
            <a:ext cx="1429388" cy="110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 descr="A blue and yellow logo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065600" y="346550"/>
            <a:ext cx="2438300" cy="94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 descr="A logo with orange lines&#10;&#10;Description automatically generated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920745" y="413393"/>
            <a:ext cx="1815541" cy="73298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/>
          <p:nvPr/>
        </p:nvSpPr>
        <p:spPr>
          <a:xfrm>
            <a:off x="1944414" y="-19227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944414" y="264926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0" descr="Hackathon Logo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6440" y="45085"/>
            <a:ext cx="2286000" cy="1565910"/>
          </a:xfrm>
          <a:prstGeom prst="rect">
            <a:avLst/>
          </a:prstGeom>
        </p:spPr>
      </p:pic>
      <p:sp>
        <p:nvSpPr>
          <p:cNvPr id="3" name="Google Shape;113;p3">
            <a:extLst>
              <a:ext uri="{FF2B5EF4-FFF2-40B4-BE49-F238E27FC236}">
                <a16:creationId xmlns:a16="http://schemas.microsoft.com/office/drawing/2014/main" id="{B4F2F1D1-5908-F5EC-0FFC-586C3513D15C}"/>
              </a:ext>
            </a:extLst>
          </p:cNvPr>
          <p:cNvSpPr txBox="1"/>
          <p:nvPr/>
        </p:nvSpPr>
        <p:spPr>
          <a:xfrm>
            <a:off x="443537" y="1208607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Franklin Gothic"/>
              <a:buNone/>
            </a:pPr>
            <a:r>
              <a:rPr lang="en-US" sz="40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Idea/Approach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294968" y="1375752"/>
            <a:ext cx="631283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Franklin Gothic"/>
              <a:buNone/>
            </a:pPr>
            <a:r>
              <a:rPr lang="en-US" sz="40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Idea/Approach Details</a:t>
            </a:r>
          </a:p>
        </p:txBody>
      </p:sp>
      <p:sp>
        <p:nvSpPr>
          <p:cNvPr id="115" name="Google Shape;115;p3"/>
          <p:cNvSpPr txBox="1"/>
          <p:nvPr/>
        </p:nvSpPr>
        <p:spPr>
          <a:xfrm>
            <a:off x="216309" y="2396643"/>
            <a:ext cx="5878947" cy="411480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Tracks daily and monthly personal expenses for students.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Manages salary, bills, and recurring payments for working professionals.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Monitors expenses during trips or special events.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Handles shared household or apartment expenses among roommates or family members.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Sets and tracks progress toward savings goals.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Receives alerts when spending exceeds budget limits.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Analyzes monthly spending patterns using visual reports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Identifies high-expenditure categories for better control.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Monitors credit card usage and EMI payments.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Separates and manages personal and business expenses for freelancers or business owners.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Plans and controls grocery or household budgets.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Generates financial summaries for review or tax planning.</a:t>
            </a:r>
          </a:p>
        </p:txBody>
      </p:sp>
      <p:sp>
        <p:nvSpPr>
          <p:cNvPr id="116" name="Google Shape;116;p3"/>
          <p:cNvSpPr txBox="1"/>
          <p:nvPr/>
        </p:nvSpPr>
        <p:spPr>
          <a:xfrm>
            <a:off x="6131818" y="2257201"/>
            <a:ext cx="5878947" cy="25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Describe your Dependencies / Show stopper here</a:t>
            </a:r>
            <a:endParaRPr sz="20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6248399" y="2656903"/>
            <a:ext cx="4838701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800" b="0" i="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ibre Franklin"/>
              </a:rPr>
              <a:t>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🔹 Project Dependencies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Chart.js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Recharts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For interactive UI and reports.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Node.js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Express.js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For backend APIs and logic.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Firebase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Firestore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Authentication) – For database and secure login.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Firebase Hosting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Heroku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For deployment.</a:t>
            </a:r>
          </a:p>
          <a:p>
            <a:pPr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🔹 Showstoppers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security &amp; privacy risks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sync issues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downtime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Scalability challenges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integration errors</a:t>
            </a: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1800" b="0" i="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ibre Franklin"/>
              </a:rPr>
              <a:t> </a:t>
            </a:r>
            <a:endParaRPr sz="18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pic>
        <p:nvPicPr>
          <p:cNvPr id="118" name="Google Shape;118;p3" descr="A logo for a university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-42825"/>
            <a:ext cx="1647900" cy="148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 descr="A logo with people in the shape of a light bulb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094975" y="178425"/>
            <a:ext cx="1429388" cy="110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 descr="A blue and yellow logo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065600" y="346550"/>
            <a:ext cx="2438300" cy="94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 descr="A logo with orange lines&#10;&#10;Description automatically generated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920745" y="413393"/>
            <a:ext cx="1815541" cy="73298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/>
          <p:nvPr/>
        </p:nvSpPr>
        <p:spPr>
          <a:xfrm>
            <a:off x="1944414" y="-19227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1944414" y="264926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0" descr="Hackathon Logo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6440" y="45085"/>
            <a:ext cx="2286000" cy="1565910"/>
          </a:xfrm>
          <a:prstGeom prst="rect">
            <a:avLst/>
          </a:prstGeom>
        </p:spPr>
      </p:pic>
      <p:sp>
        <p:nvSpPr>
          <p:cNvPr id="3" name="Google Shape;116;p3">
            <a:extLst>
              <a:ext uri="{FF2B5EF4-FFF2-40B4-BE49-F238E27FC236}">
                <a16:creationId xmlns:a16="http://schemas.microsoft.com/office/drawing/2014/main" id="{0697921E-4F01-7F59-175E-2100F3BA2B44}"/>
              </a:ext>
            </a:extLst>
          </p:cNvPr>
          <p:cNvSpPr txBox="1"/>
          <p:nvPr/>
        </p:nvSpPr>
        <p:spPr>
          <a:xfrm>
            <a:off x="252871" y="2031084"/>
            <a:ext cx="5878947" cy="25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Use Cases</a:t>
            </a:r>
            <a:endParaRPr sz="20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964023" y="1514691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sz="4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Team Member Details </a:t>
            </a:r>
          </a:p>
        </p:txBody>
      </p:sp>
      <p:sp>
        <p:nvSpPr>
          <p:cNvPr id="130" name="Google Shape;130;p4"/>
          <p:cNvSpPr txBox="1"/>
          <p:nvPr/>
        </p:nvSpPr>
        <p:spPr>
          <a:xfrm>
            <a:off x="265473" y="2376734"/>
            <a:ext cx="11208772" cy="386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Font typeface="Arial" panose="020B0604020202020204"/>
              <a:buNone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Leader Name: Dev Patel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Branch (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Btech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/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Mtech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/PhD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etc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):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Btech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		Stream (Pharmacy, CSE, Science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etc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): CP		Year (I,II,III,IV): III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Font typeface="Arial" panose="020B0604020202020204"/>
              <a:buNone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Member 1 Name: Meera Sharma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Branch (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Btech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/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Mtech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/PhD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etc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):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Btech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			Stream (ECE, CSE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etc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): CP			Year (I,II,III,IV):  III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Font typeface="Arial" panose="020B0604020202020204"/>
              <a:buNone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Member 2 Name: Shruti Patel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Branch (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Btech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/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Mtech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/PhD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etc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):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Btech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			Stream (ECE, CSE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etc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): CP			Year (I,II,III,IV): III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Font typeface="Arial" panose="020B0604020202020204"/>
              <a:buNone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Member 3 Name: Parv Panchal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Chetanbhai</a:t>
            </a:r>
            <a:r>
              <a:rPr lang="en-US" sz="1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endParaRPr lang="en-US" sz="1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Branch (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Btech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/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Mtech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/PhD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etc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):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Btech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			Stream (ECE, CSE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etc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): IT			Year (I,II,III,IV): II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4160"/>
              </a:buClr>
              <a:buSzPts val="1200"/>
              <a:buFont typeface="Arial" panose="020B0604020202020204"/>
              <a:buNone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Mentor 1 Name: Type Your Name Here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Category (Academic/Industry): 			Expertise (AI/ML/Blockchain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etc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): 		Domain Experience (in years):    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4160"/>
              </a:buClr>
              <a:buSzPts val="1200"/>
              <a:buFont typeface="Arial" panose="020B0604020202020204"/>
              <a:buNone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Mentor 2 Name: Type Your Name Here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Category (Academic/Industry):		 	Expertise (AI/ML/Blockchain </a:t>
            </a:r>
            <a:r>
              <a:rPr lang="en-US" sz="1200" dirty="0" err="1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etc</a:t>
            </a:r>
            <a:r>
              <a:rPr lang="en-US" sz="1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): 		Domain Experience (in years):    </a:t>
            </a:r>
          </a:p>
        </p:txBody>
      </p:sp>
      <p:pic>
        <p:nvPicPr>
          <p:cNvPr id="131" name="Google Shape;131;p4" descr="A logo for a university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-42825"/>
            <a:ext cx="1647900" cy="148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 descr="A logo with people in the shape of a light bulb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094975" y="178425"/>
            <a:ext cx="1429388" cy="110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4" descr="A blue and yellow logo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065600" y="346550"/>
            <a:ext cx="2438300" cy="94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4" descr="A logo with orange lines&#10;&#10;Description automatically generated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920745" y="413393"/>
            <a:ext cx="1815541" cy="732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/>
          <p:nvPr/>
        </p:nvSpPr>
        <p:spPr>
          <a:xfrm>
            <a:off x="1944414" y="-19227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944414" y="264926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0" descr="Hackathon Logo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6440" y="45085"/>
            <a:ext cx="2286000" cy="15659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689</Words>
  <Application>Microsoft Office PowerPoint</Application>
  <PresentationFormat>Widescreen</PresentationFormat>
  <Paragraphs>65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Franklin Gothic</vt:lpstr>
      <vt:lpstr>Wingdings</vt:lpstr>
      <vt:lpstr>Calibri</vt:lpstr>
      <vt:lpstr>Libre Franklin</vt:lpstr>
      <vt:lpstr>Arial</vt:lpstr>
      <vt:lpstr>Noto Sans Symbols</vt:lpstr>
      <vt:lpstr>Office Theme</vt:lpstr>
      <vt:lpstr>Basic Details of the Team and Problem Statement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Team and Problem Statement</dc:title>
  <dc:creator>Ishita Theba</dc:creator>
  <cp:lastModifiedBy>M S</cp:lastModifiedBy>
  <cp:revision>13</cp:revision>
  <dcterms:created xsi:type="dcterms:W3CDTF">2026-01-25T09:10:49Z</dcterms:created>
  <dcterms:modified xsi:type="dcterms:W3CDTF">2026-02-18T06:29:39Z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59D25B0959F34E289D30FAE9B922D5C2_12</vt:lpwstr>
  </property>
  <property fmtid="{D5CDD505-2E9C-101B-9397-08002B2CF9AE}" pid="3" name="KSOProductBuildVer">
    <vt:lpwstr>1033-12.2.0.23196</vt:lpwstr>
  </property>
</Properties>
</file>